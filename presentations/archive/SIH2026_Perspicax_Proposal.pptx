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  <a:latin typeface="Calibri"/>
              </a:defRPr>
            </a:pPr>
            <a:r>
              <a:t>Problem Statement ID – [To Be Selected]</a:t>
            </a:r>
            <a:br/>
            <a:r>
              <a:t>Problem Statement Title- Perspicax: Edge-AI Powered Real-Time Road Anomaly Detection and Spatial Repair Prioritization System</a:t>
            </a:r>
            <a:br/>
            <a:r>
              <a:t>Theme- Smart Transportation &amp; Public Infrastructure</a:t>
            </a:r>
            <a:br/>
            <a:r>
              <a:t>PS Category- Software</a:t>
            </a:r>
            <a:br/>
            <a:r>
              <a:t>Team ID- [Insert Registered Team ID]</a:t>
            </a:r>
            <a:br/>
            <a:r>
              <a:t>Team Name (Registered on portal)- Perspicax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Perspicax: Intelligent Road Infrastructure Mapping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400">
                <a:solidFill>
                  <a:srgbClr val="F0F0F0"/>
                </a:solidFill>
                <a:latin typeface="Calibri"/>
              </a:defRPr>
            </a:pPr>
            <a:r>
              <a:t>• Modular Edge-AI Detection: Deploys lightweight YOLOv8-Nano models on municipal fleets (buses, transit vehicles) to passively scan roads for defects during regular daily runs.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  <a:latin typeface="Calibri"/>
              </a:defRPr>
            </a:pPr>
            <a:r>
              <a:t>• Dynamic Classification: Real-time identification of road anomalies (potholes, alligator cracks, ravelling, displaced manholes) and estimation of surface area.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  <a:latin typeface="Calibri"/>
              </a:defRPr>
            </a:pPr>
            <a:r>
              <a:t>• Zero-Infrastructure Scalability: Collects road data without requiring expensive dedicated survey vehicles, utilizing standard smartphones or Raspberry Pi cameras.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  <a:latin typeface="Calibri"/>
              </a:defRPr>
            </a:pPr>
            <a:r>
              <a:t>• Spatial Deduplication (DBSCAN): Backend spatial engine automatically clusters multi-vehicle reports within a 3m radius, ensuring a single unique pothole is logged.</a:t>
            </a:r>
          </a:p>
          <a:p>
            <a:pPr>
              <a:spcAft>
                <a:spcPts val="1000"/>
              </a:spcAft>
              <a:defRPr sz="1400">
                <a:solidFill>
                  <a:srgbClr val="F0F0F0"/>
                </a:solidFill>
                <a:latin typeface="Calibri"/>
              </a:defRPr>
            </a:pPr>
            <a:r>
              <a:t>• Repair Prioritization: Calculations balance pothole severity, street traffic density, and proximity to critical facilities (hospitals/schools) to direct public works departments.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  <a:latin typeface="Calibri"/>
              </a:defRPr>
            </a:pPr>
            <a:r>
              <a:t>Perspicax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1300">
                <a:solidFill>
                  <a:srgbClr val="F0F0F0"/>
                </a:solidFill>
                <a:latin typeface="Calibri"/>
              </a:defRPr>
            </a:pPr>
            <a:r>
              <a:t>• Edge &amp; ML Stack: PyTorch, YOLOv8-Nano, ONNX Runtime (INT8 Quantization), OpenCV for low-power edge frame processing.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Backend &amp; GIS: FastAPI (Python), PostgreSQL + PostGIS (spatial database), SQLAlchemy ORM.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Spatial Analytics: Scikit-learn (DBSCAN clustering algorithm), Pandas, NumPy.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Dashboards &amp; Frontend: React.js, TailwindCSS, Leaflet.js / Mapbox GL for interactive WebGIS visualization.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Hardware Integration: Vehicle-mounted smartphone (iOS/Android application) or Raspberry Pi 4 + USB Camera.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Core Pipeline: Video Capture ➔ YOLOv8 Edge Inference ➔ Confidence Filter (&gt;0.60) ➔ Local GPS Logging ➔ MQTT Upload ➔ PostGIS Storage ➔ DBSCAN Clustering ➔ RPI Calculation ➔ Dashboard Map Rendering.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  <a:latin typeface="Calibri"/>
              </a:defRPr>
            </a:pPr>
            <a:r>
              <a:t>Perspicax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>
                <a:solidFill>
                  <a:srgbClr val="F0F0F0"/>
                </a:solidFill>
                <a:latin typeface="Calibri"/>
              </a:defRPr>
            </a:pPr>
            <a:r>
              <a:t>• Technical &amp; Computational Feasibility: YOLOv8-Nano models run efficiently at 15–30+ FPS on edge CPUs using ONNX Runtime optimizations, ensuring real-time capabilities.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Data Feasibility: Extremely low bandwidth payload (&lt;1KB per detection) since frame inference is done locally; only metadata coordinates, class, and severity are transmitted.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Challenge: Vibration &amp; Motion Blur ➔ Mitigation: Accelerometer-based frame-gating and filtering; discarding detections below 0.6 confidence.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Challenge: Spatial Duplicate Logs ➔ Mitigation: DBSCAN clustering algorithm groups coordinates within a 3-meter spatial epsilon (eps) window.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Challenge: Environmental / Illumination Variances ➔ Mitigation: Model trained on diverse datasets containing night, wet, and high-glare road conditions.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  <a:latin typeface="Calibri"/>
              </a:defRPr>
            </a:pPr>
            <a:r>
              <a:t>Perspicax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>
                <a:solidFill>
                  <a:srgbClr val="F0F0F0"/>
                </a:solidFill>
                <a:latin typeface="Calibri"/>
              </a:defRPr>
            </a:pPr>
            <a:r>
              <a:t>• Social Impact: Dramatically reduces pothole-related vehicular crashes and two-wheeler skids; provides visual transparency for citizens on road repair status.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Economic Impact (Municipal): Replaces manual road inspection surveys with passive, automated fleet gathering, saving up to 90% in audit costs.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Economic Impact (Preventive): Allows early-stage detection of minor asphalt cracks, enabling cheap sealing before severe damage, saving 4x in road reconstruction costs.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Citizen Vehicle Savings: Extends vehicle lifespan by reducing tire blowouts, suspension damage, and alignment issues for commuters.</a:t>
            </a:r>
          </a:p>
          <a:p>
            <a:pPr>
              <a:spcAft>
                <a:spcPts val="8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Environmental Impact: Spot patching consumes significantly less asphalt material than full repaving. Smoother roads decrease stop-and-go fuel emissions.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  <a:latin typeface="Calibri"/>
              </a:defRPr>
            </a:pPr>
            <a:r>
              <a:t>Perspicax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>
                <a:solidFill>
                  <a:srgbClr val="F0F0F0"/>
                </a:solidFill>
                <a:latin typeface="Calibri"/>
              </a:defRPr>
            </a:pPr>
            <a:r>
              <a:t>• Ultralytics YOLOv8 Documentation: Real-time Object Detection and Edge Inference Optimizations (https://docs.ultralytics.com)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PostGIS Reference Manual: Spatial Databases and Geographic Information Systems (https://postgis.net/documentation/)</a:t>
            </a:r>
          </a:p>
          <a:p>
            <a:pPr>
              <a:spcAft>
                <a:spcPts val="10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DBSCAN Clustering Foundation: Ester, M., et al. "A density-based algorithm for discovering clusters in large spatial databases with noise." KDD-96.</a:t>
            </a:r>
          </a:p>
          <a:p>
            <a:pPr>
              <a:spcAft>
                <a:spcPts val="10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Indian Roads Congress (IRC:82-2015): Code of Practice for Maintenance Management of Primary and Secondary Pavements.</a:t>
            </a:r>
          </a:p>
          <a:p>
            <a:pPr>
              <a:spcAft>
                <a:spcPts val="1000"/>
              </a:spcAft>
              <a:defRPr sz="1300">
                <a:solidFill>
                  <a:srgbClr val="F0F0F0"/>
                </a:solidFill>
                <a:latin typeface="Calibri"/>
              </a:defRPr>
            </a:pPr>
            <a:r>
              <a:t>• OpenGIS Simple Features Specification: Standardized spatial geometry representation for database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  <a:latin typeface="Calibri"/>
              </a:defRPr>
            </a:pPr>
            <a:r>
              <a:t>Perspicax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